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1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706" autoAdjust="0"/>
  </p:normalViewPr>
  <p:slideViewPr>
    <p:cSldViewPr snapToGrid="0">
      <p:cViewPr varScale="1">
        <p:scale>
          <a:sx n="150" d="100"/>
          <a:sy n="150" d="100"/>
        </p:scale>
        <p:origin x="624" y="14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범주 1</c:v>
                </c:pt>
                <c:pt idx="1">
                  <c:v>범주 2</c:v>
                </c:pt>
                <c:pt idx="2">
                  <c:v>범주 3</c:v>
                </c:pt>
                <c:pt idx="3">
                  <c:v>범주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5F-4CC6-AB46-0F5752DC9A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범주 1</c:v>
                </c:pt>
                <c:pt idx="1">
                  <c:v>범주 2</c:v>
                </c:pt>
                <c:pt idx="2">
                  <c:v>범주 3</c:v>
                </c:pt>
                <c:pt idx="3">
                  <c:v>범주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5F-4CC6-AB46-0F5752DC9A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범주 1</c:v>
                </c:pt>
                <c:pt idx="1">
                  <c:v>범주 2</c:v>
                </c:pt>
                <c:pt idx="2">
                  <c:v>범주 3</c:v>
                </c:pt>
                <c:pt idx="3">
                  <c:v>범주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5F-4CC6-AB46-0F5752DC9A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96190280"/>
        <c:axId val="96186752"/>
      </c:barChart>
      <c:catAx>
        <c:axId val="96190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ko-KR" sz="1197" b="0" i="0" u="none" strike="noStrike" kern="1200" baseline="0" noProof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96186752"/>
        <c:crosses val="autoZero"/>
        <c:auto val="1"/>
        <c:lblAlgn val="ctr"/>
        <c:lblOffset val="100"/>
        <c:noMultiLvlLbl val="0"/>
      </c:catAx>
      <c:valAx>
        <c:axId val="96186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ko-KR" sz="1197" b="0" i="0" u="none" strike="noStrike" kern="1200" baseline="0" noProof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96190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ko-KR" sz="1197" b="0" i="0" u="none" strike="noStrike" kern="1200" baseline="0" noProof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ko-KR" noProof="0">
          <a:latin typeface="맑은 고딕" panose="020B0503020000020004" pitchFamily="50" charset="-127"/>
          <a:ea typeface="맑은 고딕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A29113-7A70-4E0E-B036-871C49B835F1}" type="doc">
      <dgm:prSet loTypeId="urn:microsoft.com/office/officeart/2005/8/layout/hProcess6" loCatId="process" qsTypeId="urn:microsoft.com/office/officeart/2005/8/quickstyle/simple1" qsCatId="simple" csTypeId="urn:microsoft.com/office/officeart/2005/8/colors/accent1_1" csCatId="accent1" phldr="1"/>
      <dgm:spPr/>
      <dgm:t>
        <a:bodyPr rtlCol="0"/>
        <a:lstStyle/>
        <a:p>
          <a:pPr rtl="0"/>
          <a:endParaRPr lang="en-US"/>
        </a:p>
      </dgm:t>
    </dgm:pt>
    <dgm:pt modelId="{A6406C01-7E83-4650-8EF5-394419DCB348}">
      <dgm:prSet phldrT="[Text]"/>
      <dgm:spPr/>
      <dgm:t>
        <a:bodyPr rtlCol="0"/>
        <a:lstStyle/>
        <a:p>
          <a:pPr rtl="0"/>
          <a:r>
            <a:rPr lang="en-US" altLang="ko-KR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1</a:t>
          </a:r>
          <a:r>
            <a: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단계 제목</a:t>
          </a:r>
        </a:p>
      </dgm:t>
      <dgm:extLst>
        <a:ext uri="{E40237B7-FDA0-4F09-8148-C483321AD2D9}">
          <dgm14:cNvPr xmlns:dgm14="http://schemas.microsoft.com/office/drawing/2010/diagram" id="0" name="" title="Step 1 title"/>
        </a:ext>
      </dgm:extLst>
    </dgm:pt>
    <dgm:pt modelId="{2586B3BB-DA8B-42DF-AC9A-77CE21607FD0}" type="parTrans" cxnId="{4D956F8D-5727-488A-93AF-F33602655A44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7C5B61F0-A4F6-4FCA-B552-36151F31051E}" type="sibTrans" cxnId="{4D956F8D-5727-488A-93AF-F33602655A44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E4E9F0D0-FF23-4B59-9B97-973BCBE5DC65}">
      <dgm:prSet phldrT="[Text]"/>
      <dgm:spPr/>
      <dgm:t>
        <a:bodyPr rtlCol="0"/>
        <a:lstStyle/>
        <a:p>
          <a:pPr rtl="0"/>
          <a:r>
            <a: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작업 설명</a:t>
          </a:r>
        </a:p>
      </dgm:t>
      <dgm:extLst>
        <a:ext uri="{E40237B7-FDA0-4F09-8148-C483321AD2D9}">
          <dgm14:cNvPr xmlns:dgm14="http://schemas.microsoft.com/office/drawing/2010/diagram" id="0" name="" title="Step 1 - task description"/>
        </a:ext>
      </dgm:extLst>
    </dgm:pt>
    <dgm:pt modelId="{E9237435-F938-45D4-8BF4-6D5D4DFF850F}" type="parTrans" cxnId="{37A3A996-9723-4BDB-8959-9D9B7799BD9A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D32B195A-7CAD-474B-B79C-BE4BB171E742}" type="sibTrans" cxnId="{37A3A996-9723-4BDB-8959-9D9B7799BD9A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5D952622-A79E-41E4-BBC2-6212DEFFA91C}">
      <dgm:prSet phldrT="[Text]"/>
      <dgm:spPr/>
      <dgm:t>
        <a:bodyPr rtlCol="0"/>
        <a:lstStyle/>
        <a:p>
          <a:pPr rtl="0"/>
          <a:r>
            <a:rPr lang="en-US" altLang="ko-KR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2</a:t>
          </a:r>
          <a:r>
            <a: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단계 제목</a:t>
          </a:r>
        </a:p>
      </dgm:t>
      <dgm:extLst>
        <a:ext uri="{E40237B7-FDA0-4F09-8148-C483321AD2D9}">
          <dgm14:cNvPr xmlns:dgm14="http://schemas.microsoft.com/office/drawing/2010/diagram" id="0" name="" title="Step 2 title"/>
        </a:ext>
      </dgm:extLst>
    </dgm:pt>
    <dgm:pt modelId="{10627A68-BE4B-4A4A-9EC9-4CFEF1E4DF39}" type="parTrans" cxnId="{A22BDB9A-90BB-4DA2-8850-00D4F1D3B898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092BAEF3-D9F2-476B-9A0B-6F14CC814529}" type="sibTrans" cxnId="{A22BDB9A-90BB-4DA2-8850-00D4F1D3B898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5248D9DA-6444-46F6-8D28-C8BB2253AAD1}">
      <dgm:prSet phldrT="[Text]"/>
      <dgm:spPr/>
      <dgm:t>
        <a:bodyPr rtlCol="0"/>
        <a:lstStyle/>
        <a:p>
          <a:pPr rtl="0"/>
          <a:r>
            <a: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작업 설명</a:t>
          </a:r>
        </a:p>
      </dgm:t>
      <dgm:extLst>
        <a:ext uri="{E40237B7-FDA0-4F09-8148-C483321AD2D9}">
          <dgm14:cNvPr xmlns:dgm14="http://schemas.microsoft.com/office/drawing/2010/diagram" id="0" name="" title="Step 2 - task description"/>
        </a:ext>
      </dgm:extLst>
    </dgm:pt>
    <dgm:pt modelId="{A8533F77-F094-4EDB-BCC7-35E0D6A46B71}" type="parTrans" cxnId="{35AF286C-A401-4C08-B8A3-F38B03322BD8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011B552E-515A-4C41-B810-0D2552861422}" type="sibTrans" cxnId="{35AF286C-A401-4C08-B8A3-F38B03322BD8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50706FFE-8A00-485D-9FF7-8D310692C602}">
      <dgm:prSet phldrT="[Text]"/>
      <dgm:spPr/>
      <dgm:t>
        <a:bodyPr rtlCol="0"/>
        <a:lstStyle/>
        <a:p>
          <a:pPr rtl="0"/>
          <a:r>
            <a:rPr lang="en-US" altLang="ko-KR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3</a:t>
          </a:r>
          <a:r>
            <a: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단계 제목</a:t>
          </a:r>
        </a:p>
      </dgm:t>
      <dgm:extLst>
        <a:ext uri="{E40237B7-FDA0-4F09-8148-C483321AD2D9}">
          <dgm14:cNvPr xmlns:dgm14="http://schemas.microsoft.com/office/drawing/2010/diagram" id="0" name="" title="Step 3 title"/>
        </a:ext>
      </dgm:extLst>
    </dgm:pt>
    <dgm:pt modelId="{EF44BD91-19A4-424B-BA32-4A5492B6E40B}" type="parTrans" cxnId="{7599CECE-5293-4C57-A979-D096C99254C7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CD03DFF4-D962-46D6-AFFA-2A87FD08403E}" type="sibTrans" cxnId="{7599CECE-5293-4C57-A979-D096C99254C7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3A9B5D84-CB00-4BC9-ADB2-5CF832F36763}">
      <dgm:prSet phldrT="[Text]"/>
      <dgm:spPr/>
      <dgm:t>
        <a:bodyPr rtlCol="0"/>
        <a:lstStyle/>
        <a:p>
          <a:pPr rtl="0"/>
          <a:r>
            <a: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작업 설명</a:t>
          </a:r>
        </a:p>
      </dgm:t>
      <dgm:extLst>
        <a:ext uri="{E40237B7-FDA0-4F09-8148-C483321AD2D9}">
          <dgm14:cNvPr xmlns:dgm14="http://schemas.microsoft.com/office/drawing/2010/diagram" id="0" name="" title="Step 3 - task description"/>
        </a:ext>
      </dgm:extLst>
    </dgm:pt>
    <dgm:pt modelId="{BD57EC4A-052D-4824-8820-064BAC997A9B}" type="parTrans" cxnId="{11A0AF47-4BCA-470E-92BF-7B388FFB0DE8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98E878CF-4A49-4E76-BD23-AE7C5290BAFD}" type="sibTrans" cxnId="{11A0AF47-4BCA-470E-92BF-7B388FFB0DE8}">
      <dgm:prSet/>
      <dgm:spPr/>
      <dgm:t>
        <a:bodyPr rtlCol="0"/>
        <a:lstStyle/>
        <a:p>
          <a:pPr rtl="0"/>
          <a:endParaRPr lang="ko-KR" altLang="en-US" noProof="0" dirty="0"/>
        </a:p>
      </dgm:t>
    </dgm:pt>
    <dgm:pt modelId="{8734DFB3-ADD8-4FD2-87D8-1981AA0ADD0B}" type="pres">
      <dgm:prSet presAssocID="{FBA29113-7A70-4E0E-B036-871C49B835F1}" presName="theList" presStyleCnt="0">
        <dgm:presLayoutVars>
          <dgm:dir/>
          <dgm:animLvl val="lvl"/>
          <dgm:resizeHandles val="exact"/>
        </dgm:presLayoutVars>
      </dgm:prSet>
      <dgm:spPr/>
    </dgm:pt>
    <dgm:pt modelId="{5C04AEFB-7132-4B28-A7D3-862245070A8D}" type="pres">
      <dgm:prSet presAssocID="{A6406C01-7E83-4650-8EF5-394419DCB348}" presName="compNode" presStyleCnt="0"/>
      <dgm:spPr/>
    </dgm:pt>
    <dgm:pt modelId="{358F74AC-FC7D-465B-BD12-B6CCC00F3D29}" type="pres">
      <dgm:prSet presAssocID="{A6406C01-7E83-4650-8EF5-394419DCB348}" presName="noGeometry" presStyleCnt="0"/>
      <dgm:spPr/>
    </dgm:pt>
    <dgm:pt modelId="{610B5FFC-C0C9-444C-9F7A-14D1B54F604D}" type="pres">
      <dgm:prSet presAssocID="{A6406C01-7E83-4650-8EF5-394419DCB348}" presName="childTextVisible" presStyleLbl="bgAccFollowNode1" presStyleIdx="0" presStyleCnt="3">
        <dgm:presLayoutVars>
          <dgm:bulletEnabled val="1"/>
        </dgm:presLayoutVars>
      </dgm:prSet>
      <dgm:spPr/>
    </dgm:pt>
    <dgm:pt modelId="{FB705FC1-639E-4064-8E9A-A79870DE5273}" type="pres">
      <dgm:prSet presAssocID="{A6406C01-7E83-4650-8EF5-394419DCB348}" presName="childTextHidden" presStyleLbl="bgAccFollowNode1" presStyleIdx="0" presStyleCnt="3"/>
      <dgm:spPr/>
    </dgm:pt>
    <dgm:pt modelId="{47DA5750-48DC-4E4F-815D-0B05DBC30DAB}" type="pres">
      <dgm:prSet presAssocID="{A6406C01-7E83-4650-8EF5-394419DCB34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319C676-A7DE-4777-9BB4-3B6D30ED3F5C}" type="pres">
      <dgm:prSet presAssocID="{A6406C01-7E83-4650-8EF5-394419DCB348}" presName="aSpace" presStyleCnt="0"/>
      <dgm:spPr/>
    </dgm:pt>
    <dgm:pt modelId="{CA708D38-D093-4C16-A955-CF2CAC7F0A99}" type="pres">
      <dgm:prSet presAssocID="{5D952622-A79E-41E4-BBC2-6212DEFFA91C}" presName="compNode" presStyleCnt="0"/>
      <dgm:spPr/>
    </dgm:pt>
    <dgm:pt modelId="{6F3066E9-E96F-489D-8A4B-6D55FBE389F2}" type="pres">
      <dgm:prSet presAssocID="{5D952622-A79E-41E4-BBC2-6212DEFFA91C}" presName="noGeometry" presStyleCnt="0"/>
      <dgm:spPr/>
    </dgm:pt>
    <dgm:pt modelId="{00D2DC2C-7CA2-4A4B-B66D-3DDCAB7DC8E9}" type="pres">
      <dgm:prSet presAssocID="{5D952622-A79E-41E4-BBC2-6212DEFFA91C}" presName="childTextVisible" presStyleLbl="bgAccFollowNode1" presStyleIdx="1" presStyleCnt="3">
        <dgm:presLayoutVars>
          <dgm:bulletEnabled val="1"/>
        </dgm:presLayoutVars>
      </dgm:prSet>
      <dgm:spPr/>
    </dgm:pt>
    <dgm:pt modelId="{072FB640-0A28-40E8-9C0C-86BAF45C6EF0}" type="pres">
      <dgm:prSet presAssocID="{5D952622-A79E-41E4-BBC2-6212DEFFA91C}" presName="childTextHidden" presStyleLbl="bgAccFollowNode1" presStyleIdx="1" presStyleCnt="3"/>
      <dgm:spPr/>
    </dgm:pt>
    <dgm:pt modelId="{EE8733A1-7662-4D0A-B39E-2218596CC81C}" type="pres">
      <dgm:prSet presAssocID="{5D952622-A79E-41E4-BBC2-6212DEFFA91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0D7C734-E391-436F-996C-E60442F50A17}" type="pres">
      <dgm:prSet presAssocID="{5D952622-A79E-41E4-BBC2-6212DEFFA91C}" presName="aSpace" presStyleCnt="0"/>
      <dgm:spPr/>
    </dgm:pt>
    <dgm:pt modelId="{E8F3A685-8F9F-4BAC-8C8B-A1DE5AA41F3A}" type="pres">
      <dgm:prSet presAssocID="{50706FFE-8A00-485D-9FF7-8D310692C602}" presName="compNode" presStyleCnt="0"/>
      <dgm:spPr/>
    </dgm:pt>
    <dgm:pt modelId="{84BFA617-6CAF-4DA9-A086-82BCA61093BE}" type="pres">
      <dgm:prSet presAssocID="{50706FFE-8A00-485D-9FF7-8D310692C602}" presName="noGeometry" presStyleCnt="0"/>
      <dgm:spPr/>
    </dgm:pt>
    <dgm:pt modelId="{4BF699B1-BE15-42D1-9784-AA33CF29870E}" type="pres">
      <dgm:prSet presAssocID="{50706FFE-8A00-485D-9FF7-8D310692C602}" presName="childTextVisible" presStyleLbl="bgAccFollowNode1" presStyleIdx="2" presStyleCnt="3">
        <dgm:presLayoutVars>
          <dgm:bulletEnabled val="1"/>
        </dgm:presLayoutVars>
      </dgm:prSet>
      <dgm:spPr/>
    </dgm:pt>
    <dgm:pt modelId="{F0925EF4-86E2-4748-BA70-94AAF55AB064}" type="pres">
      <dgm:prSet presAssocID="{50706FFE-8A00-485D-9FF7-8D310692C602}" presName="childTextHidden" presStyleLbl="bgAccFollowNode1" presStyleIdx="2" presStyleCnt="3"/>
      <dgm:spPr/>
    </dgm:pt>
    <dgm:pt modelId="{78E9A4E4-18A9-4B73-8007-A63A71C71937}" type="pres">
      <dgm:prSet presAssocID="{50706FFE-8A00-485D-9FF7-8D310692C602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99E34304-5770-4691-A3EE-6A7C8B9ACD53}" type="presOf" srcId="{E4E9F0D0-FF23-4B59-9B97-973BCBE5DC65}" destId="{610B5FFC-C0C9-444C-9F7A-14D1B54F604D}" srcOrd="0" destOrd="0" presId="urn:microsoft.com/office/officeart/2005/8/layout/hProcess6"/>
    <dgm:cxn modelId="{81ACEA16-295B-4802-A889-1DC375F525AB}" type="presOf" srcId="{A6406C01-7E83-4650-8EF5-394419DCB348}" destId="{47DA5750-48DC-4E4F-815D-0B05DBC30DAB}" srcOrd="0" destOrd="0" presId="urn:microsoft.com/office/officeart/2005/8/layout/hProcess6"/>
    <dgm:cxn modelId="{130B0544-2388-4104-A721-8D29E7C77420}" type="presOf" srcId="{5D952622-A79E-41E4-BBC2-6212DEFFA91C}" destId="{EE8733A1-7662-4D0A-B39E-2218596CC81C}" srcOrd="0" destOrd="0" presId="urn:microsoft.com/office/officeart/2005/8/layout/hProcess6"/>
    <dgm:cxn modelId="{31498E67-CEA0-4571-B7AB-26A2113144F6}" type="presOf" srcId="{FBA29113-7A70-4E0E-B036-871C49B835F1}" destId="{8734DFB3-ADD8-4FD2-87D8-1981AA0ADD0B}" srcOrd="0" destOrd="0" presId="urn:microsoft.com/office/officeart/2005/8/layout/hProcess6"/>
    <dgm:cxn modelId="{11A0AF47-4BCA-470E-92BF-7B388FFB0DE8}" srcId="{50706FFE-8A00-485D-9FF7-8D310692C602}" destId="{3A9B5D84-CB00-4BC9-ADB2-5CF832F36763}" srcOrd="0" destOrd="0" parTransId="{BD57EC4A-052D-4824-8820-064BAC997A9B}" sibTransId="{98E878CF-4A49-4E76-BD23-AE7C5290BAFD}"/>
    <dgm:cxn modelId="{019AA969-1A2B-48C0-B7C9-005E817BC2CB}" type="presOf" srcId="{E4E9F0D0-FF23-4B59-9B97-973BCBE5DC65}" destId="{FB705FC1-639E-4064-8E9A-A79870DE5273}" srcOrd="1" destOrd="0" presId="urn:microsoft.com/office/officeart/2005/8/layout/hProcess6"/>
    <dgm:cxn modelId="{35AF286C-A401-4C08-B8A3-F38B03322BD8}" srcId="{5D952622-A79E-41E4-BBC2-6212DEFFA91C}" destId="{5248D9DA-6444-46F6-8D28-C8BB2253AAD1}" srcOrd="0" destOrd="0" parTransId="{A8533F77-F094-4EDB-BCC7-35E0D6A46B71}" sibTransId="{011B552E-515A-4C41-B810-0D2552861422}"/>
    <dgm:cxn modelId="{F36BB86E-E9BB-4DBF-9DFE-F8050046ED1F}" type="presOf" srcId="{3A9B5D84-CB00-4BC9-ADB2-5CF832F36763}" destId="{4BF699B1-BE15-42D1-9784-AA33CF29870E}" srcOrd="0" destOrd="0" presId="urn:microsoft.com/office/officeart/2005/8/layout/hProcess6"/>
    <dgm:cxn modelId="{BA539253-48E3-447C-8770-C31D10399C4A}" type="presOf" srcId="{50706FFE-8A00-485D-9FF7-8D310692C602}" destId="{78E9A4E4-18A9-4B73-8007-A63A71C71937}" srcOrd="0" destOrd="0" presId="urn:microsoft.com/office/officeart/2005/8/layout/hProcess6"/>
    <dgm:cxn modelId="{D2E26D7D-A939-4166-987B-3E9E5A080266}" type="presOf" srcId="{3A9B5D84-CB00-4BC9-ADB2-5CF832F36763}" destId="{F0925EF4-86E2-4748-BA70-94AAF55AB064}" srcOrd="1" destOrd="0" presId="urn:microsoft.com/office/officeart/2005/8/layout/hProcess6"/>
    <dgm:cxn modelId="{4D956F8D-5727-488A-93AF-F33602655A44}" srcId="{FBA29113-7A70-4E0E-B036-871C49B835F1}" destId="{A6406C01-7E83-4650-8EF5-394419DCB348}" srcOrd="0" destOrd="0" parTransId="{2586B3BB-DA8B-42DF-AC9A-77CE21607FD0}" sibTransId="{7C5B61F0-A4F6-4FCA-B552-36151F31051E}"/>
    <dgm:cxn modelId="{37A3A996-9723-4BDB-8959-9D9B7799BD9A}" srcId="{A6406C01-7E83-4650-8EF5-394419DCB348}" destId="{E4E9F0D0-FF23-4B59-9B97-973BCBE5DC65}" srcOrd="0" destOrd="0" parTransId="{E9237435-F938-45D4-8BF4-6D5D4DFF850F}" sibTransId="{D32B195A-7CAD-474B-B79C-BE4BB171E742}"/>
    <dgm:cxn modelId="{E23D729A-C2FC-40CD-8A08-F5EBB66CF80B}" type="presOf" srcId="{5248D9DA-6444-46F6-8D28-C8BB2253AAD1}" destId="{072FB640-0A28-40E8-9C0C-86BAF45C6EF0}" srcOrd="1" destOrd="0" presId="urn:microsoft.com/office/officeart/2005/8/layout/hProcess6"/>
    <dgm:cxn modelId="{A22BDB9A-90BB-4DA2-8850-00D4F1D3B898}" srcId="{FBA29113-7A70-4E0E-B036-871C49B835F1}" destId="{5D952622-A79E-41E4-BBC2-6212DEFFA91C}" srcOrd="1" destOrd="0" parTransId="{10627A68-BE4B-4A4A-9EC9-4CFEF1E4DF39}" sibTransId="{092BAEF3-D9F2-476B-9A0B-6F14CC814529}"/>
    <dgm:cxn modelId="{AE4FA1B2-1FFD-4999-BFB4-0E2A9E4BEBBB}" type="presOf" srcId="{5248D9DA-6444-46F6-8D28-C8BB2253AAD1}" destId="{00D2DC2C-7CA2-4A4B-B66D-3DDCAB7DC8E9}" srcOrd="0" destOrd="0" presId="urn:microsoft.com/office/officeart/2005/8/layout/hProcess6"/>
    <dgm:cxn modelId="{7599CECE-5293-4C57-A979-D096C99254C7}" srcId="{FBA29113-7A70-4E0E-B036-871C49B835F1}" destId="{50706FFE-8A00-485D-9FF7-8D310692C602}" srcOrd="2" destOrd="0" parTransId="{EF44BD91-19A4-424B-BA32-4A5492B6E40B}" sibTransId="{CD03DFF4-D962-46D6-AFFA-2A87FD08403E}"/>
    <dgm:cxn modelId="{FF0D50D3-9477-4407-8F44-B60B9728DED7}" type="presParOf" srcId="{8734DFB3-ADD8-4FD2-87D8-1981AA0ADD0B}" destId="{5C04AEFB-7132-4B28-A7D3-862245070A8D}" srcOrd="0" destOrd="0" presId="urn:microsoft.com/office/officeart/2005/8/layout/hProcess6"/>
    <dgm:cxn modelId="{126CE751-65CF-4E60-902C-2D0B01478834}" type="presParOf" srcId="{5C04AEFB-7132-4B28-A7D3-862245070A8D}" destId="{358F74AC-FC7D-465B-BD12-B6CCC00F3D29}" srcOrd="0" destOrd="0" presId="urn:microsoft.com/office/officeart/2005/8/layout/hProcess6"/>
    <dgm:cxn modelId="{C6915109-771C-43AE-A4C7-A411D8E5978F}" type="presParOf" srcId="{5C04AEFB-7132-4B28-A7D3-862245070A8D}" destId="{610B5FFC-C0C9-444C-9F7A-14D1B54F604D}" srcOrd="1" destOrd="0" presId="urn:microsoft.com/office/officeart/2005/8/layout/hProcess6"/>
    <dgm:cxn modelId="{954FE73F-9595-47D0-9AB9-6EB7EDC39F8E}" type="presParOf" srcId="{5C04AEFB-7132-4B28-A7D3-862245070A8D}" destId="{FB705FC1-639E-4064-8E9A-A79870DE5273}" srcOrd="2" destOrd="0" presId="urn:microsoft.com/office/officeart/2005/8/layout/hProcess6"/>
    <dgm:cxn modelId="{362B7B1C-776A-481A-B10E-B2136C044DB5}" type="presParOf" srcId="{5C04AEFB-7132-4B28-A7D3-862245070A8D}" destId="{47DA5750-48DC-4E4F-815D-0B05DBC30DAB}" srcOrd="3" destOrd="0" presId="urn:microsoft.com/office/officeart/2005/8/layout/hProcess6"/>
    <dgm:cxn modelId="{AB361918-49A4-4458-A6B4-A38162139DB4}" type="presParOf" srcId="{8734DFB3-ADD8-4FD2-87D8-1981AA0ADD0B}" destId="{6319C676-A7DE-4777-9BB4-3B6D30ED3F5C}" srcOrd="1" destOrd="0" presId="urn:microsoft.com/office/officeart/2005/8/layout/hProcess6"/>
    <dgm:cxn modelId="{3E32ED31-FAFA-41FB-A502-0C9269827B55}" type="presParOf" srcId="{8734DFB3-ADD8-4FD2-87D8-1981AA0ADD0B}" destId="{CA708D38-D093-4C16-A955-CF2CAC7F0A99}" srcOrd="2" destOrd="0" presId="urn:microsoft.com/office/officeart/2005/8/layout/hProcess6"/>
    <dgm:cxn modelId="{38B5F8BF-C6A8-4D51-8681-B847070CD1C0}" type="presParOf" srcId="{CA708D38-D093-4C16-A955-CF2CAC7F0A99}" destId="{6F3066E9-E96F-489D-8A4B-6D55FBE389F2}" srcOrd="0" destOrd="0" presId="urn:microsoft.com/office/officeart/2005/8/layout/hProcess6"/>
    <dgm:cxn modelId="{B873A9F4-217E-473A-8D65-14527890AC34}" type="presParOf" srcId="{CA708D38-D093-4C16-A955-CF2CAC7F0A99}" destId="{00D2DC2C-7CA2-4A4B-B66D-3DDCAB7DC8E9}" srcOrd="1" destOrd="0" presId="urn:microsoft.com/office/officeart/2005/8/layout/hProcess6"/>
    <dgm:cxn modelId="{F573A08D-1388-4362-9D10-155655876363}" type="presParOf" srcId="{CA708D38-D093-4C16-A955-CF2CAC7F0A99}" destId="{072FB640-0A28-40E8-9C0C-86BAF45C6EF0}" srcOrd="2" destOrd="0" presId="urn:microsoft.com/office/officeart/2005/8/layout/hProcess6"/>
    <dgm:cxn modelId="{7ADF5CCF-F26A-45B5-9692-98B07AFD46A1}" type="presParOf" srcId="{CA708D38-D093-4C16-A955-CF2CAC7F0A99}" destId="{EE8733A1-7662-4D0A-B39E-2218596CC81C}" srcOrd="3" destOrd="0" presId="urn:microsoft.com/office/officeart/2005/8/layout/hProcess6"/>
    <dgm:cxn modelId="{985C18C8-95A3-4479-821C-610A2BAFFFF3}" type="presParOf" srcId="{8734DFB3-ADD8-4FD2-87D8-1981AA0ADD0B}" destId="{E0D7C734-E391-436F-996C-E60442F50A17}" srcOrd="3" destOrd="0" presId="urn:microsoft.com/office/officeart/2005/8/layout/hProcess6"/>
    <dgm:cxn modelId="{951CD7FA-A9B4-463F-BD0D-452C521FF523}" type="presParOf" srcId="{8734DFB3-ADD8-4FD2-87D8-1981AA0ADD0B}" destId="{E8F3A685-8F9F-4BAC-8C8B-A1DE5AA41F3A}" srcOrd="4" destOrd="0" presId="urn:microsoft.com/office/officeart/2005/8/layout/hProcess6"/>
    <dgm:cxn modelId="{E08D8862-B273-4AA6-9A90-754366CE4945}" type="presParOf" srcId="{E8F3A685-8F9F-4BAC-8C8B-A1DE5AA41F3A}" destId="{84BFA617-6CAF-4DA9-A086-82BCA61093BE}" srcOrd="0" destOrd="0" presId="urn:microsoft.com/office/officeart/2005/8/layout/hProcess6"/>
    <dgm:cxn modelId="{69392B4C-2A7B-41A4-A48C-35E312A6434A}" type="presParOf" srcId="{E8F3A685-8F9F-4BAC-8C8B-A1DE5AA41F3A}" destId="{4BF699B1-BE15-42D1-9784-AA33CF29870E}" srcOrd="1" destOrd="0" presId="urn:microsoft.com/office/officeart/2005/8/layout/hProcess6"/>
    <dgm:cxn modelId="{29F5DEAB-A9C8-47F8-A089-1585C323795A}" type="presParOf" srcId="{E8F3A685-8F9F-4BAC-8C8B-A1DE5AA41F3A}" destId="{F0925EF4-86E2-4748-BA70-94AAF55AB064}" srcOrd="2" destOrd="0" presId="urn:microsoft.com/office/officeart/2005/8/layout/hProcess6"/>
    <dgm:cxn modelId="{E9A57A1B-DDAF-4905-B46C-246DB5E9FB2A}" type="presParOf" srcId="{E8F3A685-8F9F-4BAC-8C8B-A1DE5AA41F3A}" destId="{78E9A4E4-18A9-4B73-8007-A63A71C7193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B5FFC-C0C9-444C-9F7A-14D1B54F604D}">
      <dsp:nvSpPr>
        <dsp:cNvPr id="0" name=""/>
        <dsp:cNvSpPr/>
      </dsp:nvSpPr>
      <dsp:spPr>
        <a:xfrm>
          <a:off x="623515" y="823134"/>
          <a:ext cx="2475309" cy="2163731"/>
        </a:xfrm>
        <a:prstGeom prst="rightArrow">
          <a:avLst>
            <a:gd name="adj1" fmla="val 70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22860" rIns="45720" bIns="22860" numCol="1" spcCol="1270" rtlCol="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600" kern="1200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작업 설명</a:t>
          </a:r>
        </a:p>
      </dsp:txBody>
      <dsp:txXfrm>
        <a:off x="1242342" y="1147694"/>
        <a:ext cx="1206713" cy="1514611"/>
      </dsp:txXfrm>
    </dsp:sp>
    <dsp:sp modelId="{47DA5750-48DC-4E4F-815D-0B05DBC30DAB}">
      <dsp:nvSpPr>
        <dsp:cNvPr id="0" name=""/>
        <dsp:cNvSpPr/>
      </dsp:nvSpPr>
      <dsp:spPr>
        <a:xfrm>
          <a:off x="4688" y="1286172"/>
          <a:ext cx="1237654" cy="12376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rtlCol="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1</a:t>
          </a:r>
          <a:r>
            <a:rPr lang="ko-KR" altLang="en-US" sz="2100" kern="1200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단계 제목</a:t>
          </a:r>
        </a:p>
      </dsp:txBody>
      <dsp:txXfrm>
        <a:off x="185938" y="1467422"/>
        <a:ext cx="875154" cy="875154"/>
      </dsp:txXfrm>
    </dsp:sp>
    <dsp:sp modelId="{00D2DC2C-7CA2-4A4B-B66D-3DDCAB7DC8E9}">
      <dsp:nvSpPr>
        <dsp:cNvPr id="0" name=""/>
        <dsp:cNvSpPr/>
      </dsp:nvSpPr>
      <dsp:spPr>
        <a:xfrm>
          <a:off x="3872358" y="823134"/>
          <a:ext cx="2475309" cy="2163731"/>
        </a:xfrm>
        <a:prstGeom prst="rightArrow">
          <a:avLst>
            <a:gd name="adj1" fmla="val 70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22860" rIns="45720" bIns="22860" numCol="1" spcCol="1270" rtlCol="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600" kern="1200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작업 설명</a:t>
          </a:r>
        </a:p>
      </dsp:txBody>
      <dsp:txXfrm>
        <a:off x="4491186" y="1147694"/>
        <a:ext cx="1206713" cy="1514611"/>
      </dsp:txXfrm>
    </dsp:sp>
    <dsp:sp modelId="{EE8733A1-7662-4D0A-B39E-2218596CC81C}">
      <dsp:nvSpPr>
        <dsp:cNvPr id="0" name=""/>
        <dsp:cNvSpPr/>
      </dsp:nvSpPr>
      <dsp:spPr>
        <a:xfrm>
          <a:off x="3253531" y="1286172"/>
          <a:ext cx="1237654" cy="12376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rtlCol="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2</a:t>
          </a:r>
          <a:r>
            <a:rPr lang="ko-KR" altLang="en-US" sz="2100" kern="1200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단계 제목</a:t>
          </a:r>
        </a:p>
      </dsp:txBody>
      <dsp:txXfrm>
        <a:off x="3434781" y="1467422"/>
        <a:ext cx="875154" cy="875154"/>
      </dsp:txXfrm>
    </dsp:sp>
    <dsp:sp modelId="{4BF699B1-BE15-42D1-9784-AA33CF29870E}">
      <dsp:nvSpPr>
        <dsp:cNvPr id="0" name=""/>
        <dsp:cNvSpPr/>
      </dsp:nvSpPr>
      <dsp:spPr>
        <a:xfrm>
          <a:off x="7121202" y="823134"/>
          <a:ext cx="2475309" cy="2163731"/>
        </a:xfrm>
        <a:prstGeom prst="rightArrow">
          <a:avLst>
            <a:gd name="adj1" fmla="val 70000"/>
            <a:gd name="adj2" fmla="val 5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22860" rIns="45720" bIns="22860" numCol="1" spcCol="1270" rtlCol="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600" kern="1200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작업 설명</a:t>
          </a:r>
        </a:p>
      </dsp:txBody>
      <dsp:txXfrm>
        <a:off x="7740029" y="1147694"/>
        <a:ext cx="1206713" cy="1514611"/>
      </dsp:txXfrm>
    </dsp:sp>
    <dsp:sp modelId="{78E9A4E4-18A9-4B73-8007-A63A71C71937}">
      <dsp:nvSpPr>
        <dsp:cNvPr id="0" name=""/>
        <dsp:cNvSpPr/>
      </dsp:nvSpPr>
      <dsp:spPr>
        <a:xfrm>
          <a:off x="6502375" y="1286172"/>
          <a:ext cx="1237654" cy="123765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rtlCol="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3</a:t>
          </a:r>
          <a:r>
            <a:rPr lang="ko-KR" altLang="en-US" sz="2100" kern="1200" noProof="0" dirty="0">
              <a:latin typeface="맑은 고딕" panose="020B0503020000020004" pitchFamily="50" charset="-127"/>
              <a:ea typeface="맑은 고딕" panose="020B0503020000020004" pitchFamily="50" charset="-127"/>
            </a:rPr>
            <a:t>단계 제목</a:t>
          </a:r>
        </a:p>
      </dsp:txBody>
      <dsp:txXfrm>
        <a:off x="6683625" y="1467422"/>
        <a:ext cx="875154" cy="875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6CC08C-0E47-404A-9C27-EA1B4EE4C7CA}" type="datetime4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2025년 6월 3일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E16EC8A-0758-4FA9-BF4D-3119057076D1}" type="datetime4">
              <a:rPr lang="ko-KR" altLang="en-US" smtClean="0"/>
              <a:pPr/>
              <a:t>2025년 6월 3일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2869989-EB00-4EE7-BCB5-25BDC5BB29F8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9099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0904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73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476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841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4785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3376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5721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9704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084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직선 연결선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그룹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직선 연결선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그룹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직선 연결선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직선 연결선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그룹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직선 연결선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그룹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직선 연결선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연결선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연결선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직선 연결선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rtlCol="0" anchor="b">
            <a:normAutofit/>
          </a:bodyPr>
          <a:lstStyle>
            <a:lvl1pPr algn="l">
              <a:lnSpc>
                <a:spcPct val="100000"/>
              </a:lnSpc>
              <a:defRPr sz="800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cxnSp>
        <p:nvCxnSpPr>
          <p:cNvPr id="58" name="직선 연결선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5419DA-7218-42E5-A443-F000500111E1}" type="datetime4">
              <a:rPr lang="ko-KR" altLang="en-US" noProof="0" smtClean="0"/>
              <a:t>2025년 6월 3일</a:t>
            </a:fld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직선 연결선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그룹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직선 연결선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그룹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직선 연결선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연결선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직선 연결선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그룹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직선 연결선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그룹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직선 연결선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연결선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직선 연결선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rtlCol="0"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cxnSp>
        <p:nvCxnSpPr>
          <p:cNvPr id="58" name="직선 연결선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498C52F-1DF1-4226-BAB6-C1E2EE4C9D62}" type="datetime4">
              <a:rPr lang="ko-KR" altLang="en-US" noProof="0" smtClean="0"/>
              <a:t>2025년 6월 3일</a:t>
            </a:fld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B1E1FFC-F755-4558-8D3C-A157D1A01A8A}" type="datetime4">
              <a:rPr lang="ko-KR" altLang="en-US" noProof="0" smtClean="0"/>
              <a:t>2025년 6월 3일</a:t>
            </a:fld>
            <a:endParaRPr lang="ko-KR" altLang="en-US" noProof="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2A33C0-A4A8-4C90-B6DA-35B8CF58C816}" type="datetime4">
              <a:rPr lang="ko-KR" altLang="en-US" noProof="0" smtClean="0"/>
              <a:t>2025년 6월 3일</a:t>
            </a:fld>
            <a:endParaRPr lang="ko-KR" altLang="en-US" noProof="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그룹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직선 연결선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연결선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직선 연결선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직선 연결선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연결선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연결선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그룹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직선 연결선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직선 연결선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직선 연결선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직선 연결선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그룹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직선 연결선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직선 연결선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직선 연결선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직선 연결선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직선 연결선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그룹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직선 연결선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연결선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연결선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직선 연결선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직선 연결선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직선 연결선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직선 연결선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직선 연결선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직선 연결선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직선 연결선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직선 연결선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직선 연결선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바닥글 개체 틀 21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212" name="날짜 개체 틀 21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3CB1B8F-A14A-4BE4-A9B9-3B263F04145C}" type="datetime4">
              <a:rPr lang="ko-KR" altLang="en-US" noProof="0" smtClean="0"/>
              <a:t>2025년 6월 3일</a:t>
            </a:fld>
            <a:endParaRPr lang="ko-KR" altLang="en-US" noProof="0" dirty="0"/>
          </a:p>
        </p:txBody>
      </p:sp>
      <p:sp>
        <p:nvSpPr>
          <p:cNvPr id="214" name="슬라이드 번호 개체 틀 21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직선 연결선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그룹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직선 연결선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연결선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그룹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직선 연결선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그룹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직선 연결선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그룹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직선 연결선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연결선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연결선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직선 연결선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직사각형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cxnSp>
        <p:nvCxnSpPr>
          <p:cNvPr id="60" name="직선 연결선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B9196A3-957C-4113-A568-B6ED9AEA3D01}" type="datetime4">
              <a:rPr lang="ko-KR" altLang="en-US" noProof="0" smtClean="0"/>
              <a:t>2025년 6월 3일</a:t>
            </a:fld>
            <a:endParaRPr lang="ko-KR" altLang="en-US" noProof="0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직선 연결선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그룹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직선 연결선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연결선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그룹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직선 연결선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연결선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직선 연결선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그룹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직선 연결선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그룹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직선 연결선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연결선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연결선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직선 연결선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직사각형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 descr="이미지를 추가할 수 있는 빈 개체 틀입니다. 개체 틀을 클릭하고 추가할 이미지를 선택합니다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A5B65E4-62A8-4988-B07B-5D6D443B14ED}" type="datetime4">
              <a:rPr lang="ko-KR" altLang="en-US" smtClean="0"/>
              <a:t>2025년 6월 3일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8EB6286-0DE7-4336-9826-977AD102FCF2}" type="datetime4">
              <a:rPr lang="ko-KR" altLang="en-US" noProof="0" smtClean="0"/>
              <a:t>2025년 6월 3일</a:t>
            </a:fld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그룹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직선 연결선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그룹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직선 연결선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그룹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직선 연결선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연결선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직선 연결선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직선 연결선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직선 연결선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직선 연결선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그룹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직선 연결선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연결선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그룹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직선 연결선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직선 연결선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직선 연결선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직선 연결선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직선 연결선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직선 연결선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직선 연결선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cxnSp>
        <p:nvCxnSpPr>
          <p:cNvPr id="148" name="직선 연결선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841261" y="6289679"/>
            <a:ext cx="1418727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8BEB146-D335-4DA5-9826-58595BCDBE2E}" type="datetime4">
              <a:rPr lang="ko-KR" altLang="en-US" noProof="0" smtClean="0"/>
              <a:t>2025년 6월 3일</a:t>
            </a:fld>
            <a:endParaRPr lang="ko-KR" altLang="en-US" noProof="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31375A4-56A4-47D6-9801-1991572033F7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179388" algn="l" defTabSz="914400" rtl="0" eaLnBrk="1" latinLnBrk="1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914400" indent="-182880" algn="l" defTabSz="914400" rtl="0" eaLnBrk="1" latinLnBrk="1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1430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37160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1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1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1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 레이아웃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부제목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목록을 사용한 제목 및 내용 레이아웃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여기에 첫 번째 글머리 기호 추가</a:t>
            </a:r>
          </a:p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여기에 두 번째 글머리 기호 추가</a:t>
            </a:r>
          </a:p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여기에 세 번째 글머리 기호 추가</a:t>
            </a:r>
          </a:p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차트를 사용한 제목 및 내용 레이아웃</a:t>
            </a:r>
          </a:p>
        </p:txBody>
      </p:sp>
      <p:graphicFrame>
        <p:nvGraphicFramePr>
          <p:cNvPr id="6" name="내용 개체 틀 5" descr="4가지 범위에 대해 각각 3가지 값을 보여 주는 묶은 세로 막대형 차트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029953"/>
              </p:ext>
            </p:extLst>
          </p:nvPr>
        </p:nvGraphicFramePr>
        <p:xfrm>
          <a:off x="1295400" y="1981200"/>
          <a:ext cx="96012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7601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표를 사용한 두 개의 내용 레이아웃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95400" y="1918446"/>
            <a:ext cx="4572000" cy="3810001"/>
          </a:xfrm>
        </p:spPr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여기에 첫 번째 글머리 기호</a:t>
            </a:r>
          </a:p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여기에 두 번째 글머리 기호</a:t>
            </a:r>
          </a:p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여기에 세 번째 글머리 기호</a:t>
            </a:r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6322543"/>
              </p:ext>
            </p:extLst>
          </p:nvPr>
        </p:nvGraphicFramePr>
        <p:xfrm>
          <a:off x="6324600" y="1981200"/>
          <a:ext cx="4572000" cy="214191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478">
                <a:tc>
                  <a:txBody>
                    <a:bodyPr/>
                    <a:lstStyle/>
                    <a:p>
                      <a:pPr rtl="0"/>
                      <a:r>
                        <a:rPr lang="ko-KR" altLang="en-US" noProof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클래스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</a:t>
                      </a:r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 </a:t>
                      </a:r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478">
                <a:tc>
                  <a:txBody>
                    <a:bodyPr/>
                    <a:lstStyle/>
                    <a:p>
                      <a:pPr rtl="0"/>
                      <a:r>
                        <a:rPr lang="ko-KR" altLang="en-US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클래스 </a:t>
                      </a:r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478">
                <a:tc>
                  <a:txBody>
                    <a:bodyPr/>
                    <a:lstStyle/>
                    <a:p>
                      <a:pPr rtl="0"/>
                      <a:r>
                        <a:rPr lang="ko-KR" altLang="en-US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클래스 </a:t>
                      </a:r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478">
                <a:tc>
                  <a:txBody>
                    <a:bodyPr/>
                    <a:lstStyle/>
                    <a:p>
                      <a:pPr rtl="0"/>
                      <a:r>
                        <a:rPr lang="ko-KR" altLang="en-US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클래스 </a:t>
                      </a:r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noProof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noProof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09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SmartArt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있는 제목 및 내용 레이아웃</a:t>
            </a:r>
          </a:p>
        </p:txBody>
      </p:sp>
      <p:graphicFrame>
        <p:nvGraphicFramePr>
          <p:cNvPr id="4" name="내용 개체 틀 3" descr="왼쪽에서 오른쪽으로 정렬된 3개의 단계와 각 단계에 대한 작업 설명이 있는 프로세스 화살표형 다이어그램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722938"/>
              </p:ext>
            </p:extLst>
          </p:nvPr>
        </p:nvGraphicFramePr>
        <p:xfrm>
          <a:off x="1295400" y="1981200"/>
          <a:ext cx="96012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151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슬라이드 제목 추가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- 1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22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슬라이드 제목 추가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- 2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91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슬라이드 제목 추가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- 3</a:t>
            </a:r>
          </a:p>
        </p:txBody>
      </p:sp>
    </p:spTree>
    <p:extLst>
      <p:ext uri="{BB962C8B-B14F-4D97-AF65-F5344CB8AC3E}">
        <p14:creationId xmlns:p14="http://schemas.microsoft.com/office/powerpoint/2010/main" val="45273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슬라이드 제목 추가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- 4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160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슬라이드 제목 추가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- 5</a:t>
            </a:r>
          </a:p>
        </p:txBody>
      </p:sp>
      <p:sp>
        <p:nvSpPr>
          <p:cNvPr id="5" name="그림 개체 틀 4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440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다이아몬드 눈금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535_TF03031015.potx" id="{F6057CD7-E939-41B0-9CD8-F78C3ECD62E6}" vid="{727B2B63-277E-450C-810D-266E0B2ED1D9}"/>
    </a:ext>
  </a:extLst>
</a:theme>
</file>

<file path=ppt/theme/theme2.xml><?xml version="1.0" encoding="utf-8"?>
<a:theme xmlns:a="http://schemas.openxmlformats.org/drawingml/2006/main" name="Office 테마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비즈니스 다이아몬드 눈금 프레젠테이션(와이드스크린)</Template>
  <TotalTime>114</TotalTime>
  <Words>129</Words>
  <Application>Microsoft Office PowerPoint</Application>
  <PresentationFormat>와이드스크린</PresentationFormat>
  <Paragraphs>46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다이아몬드 눈금 16x9</vt:lpstr>
      <vt:lpstr>제목 레이아웃</vt:lpstr>
      <vt:lpstr>목록을 사용한 제목 및 내용 레이아웃</vt:lpstr>
      <vt:lpstr>차트를 사용한 제목 및 내용 레이아웃</vt:lpstr>
      <vt:lpstr>표를 사용한 두 개의 내용 레이아웃</vt:lpstr>
      <vt:lpstr>SmartArt가 있는 제목 및 내용 레이아웃</vt:lpstr>
      <vt:lpstr>슬라이드 제목 추가 - 1</vt:lpstr>
      <vt:lpstr>슬라이드 제목 추가 - 2</vt:lpstr>
      <vt:lpstr>슬라이드 제목 추가 - 3</vt:lpstr>
      <vt:lpstr>PowerPoint 프레젠테이션</vt:lpstr>
      <vt:lpstr>슬라이드 제목 추가 - 4</vt:lpstr>
      <vt:lpstr>슬라이드 제목 추가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양재우</dc:creator>
  <cp:lastModifiedBy>양재우</cp:lastModifiedBy>
  <cp:revision>1</cp:revision>
  <dcterms:created xsi:type="dcterms:W3CDTF">2025-06-03T13:25:06Z</dcterms:created>
  <dcterms:modified xsi:type="dcterms:W3CDTF">2025-06-03T15:19:40Z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